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27ec8b7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a27ec8b7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27ec8b7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a27ec8b7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27ec8b7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a27ec8b7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27ec8b7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a27ec8b7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27ec8b7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27ec8b7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27ec8b7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a27ec8b7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27ec8b7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27ec8b7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27ec8b7d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a27ec8b7d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27ec8b7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a27ec8b7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27ec8b7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a27ec8b7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a27ec8b7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a27ec8b7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a27ec8b7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a27ec8b7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a27ec8b7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a27ec8b7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Nexo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Camilo Flores Lagos</a:t>
            </a:r>
            <a:endParaRPr/>
          </a:p>
        </p:txBody>
      </p:sp>
      <p:sp>
        <p:nvSpPr>
          <p:cNvPr id="136" name="Google Shape;136;p13"/>
          <p:cNvSpPr txBox="1"/>
          <p:nvPr>
            <p:ph type="ctrTitle"/>
          </p:nvPr>
        </p:nvSpPr>
        <p:spPr>
          <a:xfrm>
            <a:off x="3689550" y="22597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500"/>
              <a:t>Sistema de detección proactiva de incidencias para reducir la carga de llamadas a mesa de ayuda 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/ Problemática / Solución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Contexto: red de locales de una cadena de restaurantes del holding Degasa Holding SPA (KFC, Wendy’s, China Wok y Heladerías KFC)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Problema: mesa de ayuda saturada de llamadas por incidencias (ej. descuadres de ventas) que ya ocurrieron y son detectadas manualmente por un auditor que acude a mesa de ayuda (con un llamado)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Justificación: reducir la carga reactiva de soporte, adelantarse a los problemas antes de que generen un llamado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Desarrollar un sistema de detección proactiva de diversas incidencias operacionales en la red de locales, que automatice la generación de tickets en la mesa de ayuda y reduzca en un 50% la cantidad de llamadas recibidas y agilice el tiempo de respuesta de cada incidencia. 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00" y="2224374"/>
            <a:ext cx="2455375" cy="24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específicos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Diseñar la arquitectura y el modelo de datos del sistema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Desarrollar los componentes del dashboard y del microservicio de integración con InvGate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Probar la detección de incidencias y la creación automática de tickets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Desplegar el sistema de automatización en el entorno de producción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936" y="3031175"/>
            <a:ext cx="3324125" cy="19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 del proyecto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Restricciones: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Dependencia de conectividad de red con los locales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Uso de InvGate como plataforma de tickets (el objetivo de la api es no depender de invgate)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Acceso a datos reales sujeto a permiso de la organización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Limitaciones de pruebas por ser desarrollo individual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 del proyecto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Funcionalidades: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Dashboard con métricas en tiempo real (locales sin conexión, boletas encoladas, descuadres, facturas sin folio, tamaño de BD y más a futuro)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Detección automática de incidencias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Creación automática de tickets en InvGate y asignación a la respectiva área a la que corresponde el ticket junto con el local al que pertenece el error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Worker de sincronización para más de 100 locales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Requerimientos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Funcionales: Autenticación al dashboard, visualización de métricas, filtro por marca, detección de incidencias, creación automática de ticket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No funcionales: Responsivo, seguro, buen rendimiento con &gt;100 locales consultados, disponibilidad </a:t>
            </a:r>
            <a:endParaRPr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3625" y="2863793"/>
            <a:ext cx="3096750" cy="20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Sprints (Scrum simplificado por trabajo individual)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enfoque flexible que permite iterar por componente</a:t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625" y="2528725"/>
            <a:ext cx="2230750" cy="22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Cronograma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 </a:t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1638"/>
            <a:ext cx="9143998" cy="253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y herramientas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Frontend: HTML5, CSS3, JavaScript, Chart.js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Backend dashboard: Python, Flask, Waitress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Worker de sincronización: Python, pyodbc, sockets TCP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Microservicio de integración: TypeScript, Node.js, NestJS, Axios, RxJS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Infraestructura: Azure SQL (MAXPOINT, SIR), SQL Server On-Premise y en locales, RabbitMQ, InvGate Service Desk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 la aplicación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  </a:t>
            </a:r>
            <a:endParaRPr/>
          </a:p>
        </p:txBody>
      </p:sp>
      <p:pic>
        <p:nvPicPr>
          <p:cNvPr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050" y="1151188"/>
            <a:ext cx="605790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Modelo/impacto en el negocio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Enfoque interno (uso propio de la organización, multi-marca)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Reduce carga operativa de mesa de ayuda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Mejora tiempos de respuesta ante incidencias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Apoya la continuidad operacional de los locales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Mejoras futuras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Extender detección a más tipos de incidencias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Ticketera propia u otra ticketera (reemplazando dependencia de InvGate)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Alertas proactivas vía notificación (no solo dashboard)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Chatbot que crea tickets en lugar de llamadas el cual se conecta a la api de creación de tickets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238" y="2745625"/>
            <a:ext cx="2325424" cy="232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Automatiza la detección de incidencias operacionales antes de que lleguen a mesa de ayuda, cambiando el enfoque de reactivo a proactivo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Apunta a reducir en un 50% las llamadas a soporte, liberando tiempo del equipo para casos que sí requieren intervención hu</a:t>
            </a:r>
            <a:r>
              <a:rPr lang="es"/>
              <a:t>m</a:t>
            </a:r>
            <a:r>
              <a:rPr lang="es"/>
              <a:t>ana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Centraliza en una sola base de datos información que hoy está dispersa en más de 100 locales, sentando una base escalable para futuros indicadores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Integra directamente con InvGate, eliminando la creación manual de tickets y acelerando la respuesta ante cada incidencia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Demuestra la aplicación conjunta de desarrollo de software, modelado de datos y gestión de proyectos en un problema real de la organización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